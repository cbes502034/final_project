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916eca6d-556b-0624-d2c3-7e9f86ea9699}">
          <p14:sldIdLst>
            <p14:sldId id="256"/>
            <p14:sldId id="257"/>
          </p14:sldIdLst>
        </p14:section>
        <p14:section name="開始使用" id="{a66e0bb8-b9af-be66-01f8-f82c2db8e4cd}">
          <p14:sldIdLst>
            <p14:sldId id="258"/>
            <p14:sldId id="259"/>
          </p14:sldIdLst>
        </p14:section>
        <p14:section name="記帳" id="{315131fd-d950-a9cb-5946-2475b2abdfe0}">
          <p14:sldIdLst>
            <p14:sldId id="260"/>
            <p14:sldId id="261"/>
            <p14:sldId id="262"/>
          </p14:sldIdLst>
        </p14:section>
        <p14:section name="活動" id="{0bcd84c3-b0cc-47fc-bc28-db7ca221845a}">
          <p14:sldIdLst>
            <p14:sldId id="263"/>
            <p14:sldId id="264"/>
          </p14:sldIdLst>
        </p14:section>
        <p14:section name="家庭" id="{a57401c5-8208-3be7-2bc3-199c420e2feb}">
          <p14:sldIdLst>
            <p14:sldId id="265"/>
            <p14:sldId id="266"/>
          </p14:sldIdLst>
        </p14:section>
        <p14:section name="回顧" id="{1bdad513-2935-0758-faa6-d1059fea87da}">
          <p14:sldIdLst>
            <p14:sldId id="267"/>
            <p14:sldId id="268"/>
          </p14:sldIdLst>
        </p14:section>
        <p14:section name="手機" id="{ff95d3ea-4307-47ae-fc49-ed9ffbf26286}">
          <p14:sldIdLst>
            <p14:sldId id="269"/>
          </p14:sldIdLst>
        </p14:section>
        <p14:section name="結語" id="{50f84e22-ffe4-5629-8815-ce87e890eff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大家好，我們是家庭記帳 FamBudget。今天不講程式，直接帶大家從一個空帳號開始，把這個產品完整用一輪。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這是還沒登入時看到的首頁。接下來照這六個步驟走：開始使用、記帳、活動、家庭、回顧，最後看手機版。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註冊只要名字、email 和密碼，點了驗證信就直接登入。接著一步一步設定：收入怎麼來、每個月想存多少。月薪設了入帳日，到了那天會自動記一筆收入。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設定好之後的總覽。最大的數字是這個月還可以花多少：收入減掉每月想存的。月薪已經自動記進來了。右邊是常用功能。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記帳最麻煩的是一筆一筆填。這裡直接打一段平常講話的句子，例如「早餐蛋餅 45，捷運 30，午餐便當 95」，AI 把它拆成好幾筆、欄位都填好，看過沒問題再按確認寫入。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記帳準不準，我們用同一份 101 題來量：上線用的 AI 整題完全正確 100.0%，只用規則是 63.4%；一句話大約 2.06 秒就拆好。沒講金額的時候，AI 不會自己亂填。AI 給的每一筆，程式還會逐筆對回原句再確認一次；最後每一筆都由使用者看過、按確認才寫入。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記完回到總覽，下方的面板第一頁就是今天的紀錄，格式跟明細一樣，可以直接修改或刪除。刪除要輸入自己的密碼，避免誤刪。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活動是個人底下的小帳本，旅行、聚餐都可以開一個。填名稱和一句說明就好。開始日可以訂在以後，這樣會先放在預先規劃，到了那天才放進活動選單，並通知每位成員。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點開活動可以改設定，但只有建立者能改，避免大家各改各的。可以訂一個目標金額、邀請朋友加入。切到活動之後，總覽的主卡就是這個活動的說明、期間、成員、筆數和目標進度。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接著建立家庭、邀請家人。用完整的 email 找到人，選好身分再送出。換成孩子的帳號，總覽最上面就是邀請，按加入就進來了。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家長按開始照看之後，可以設定每月零用金和發放日。到了發放日，系統自動記一對帳：家長一筆支出、孩子一筆收入，孩子的鈴鐺也馬上收到通知。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回顧的第一步是統計：收支對照、近六個月的趨勢，還有錢花在哪。這些數字跟總覽、明細是同一個來源。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接著按一下產生建議。這裡的設計是：數字全部由資料庫先算好，AI 只負責把它寫成好懂的句子；每一個數字都附上算式，找得到出處，檢查不通過的那一則就不顯示。AI 也不會推薦投資或保險。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同一套功能在手機上也能用：底部是分頁列，總覽和表格都照手機寬度重新排過。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以上是完整用一輪的過程，完整的操作影片大約六分鐘。謝謝大家，歡迎提問。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家庭記帳 FamBudget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家庭記帳 FamBudget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產品展示：從一個空帳號開始，完整用一輪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冠文・宇傑・明樺・囷洧　｜　2026 年 10 月　｜　LLM 應用期末專題</a:t>
            </a:r>
            <a:endParaRPr lang="en-US" sz="1600" dirty="0"/>
          </a:p>
        </p:txBody>
      </p:sp>
      <p:sp>
        <p:nvSpPr>
          <p:cNvPr id="5" name="qr-cover-card"/>
          <p:cNvSpPr/>
          <p:nvPr/>
        </p:nvSpPr>
        <p:spPr>
          <a:xfrm>
            <a:off x="9464040" y="685800"/>
            <a:ext cx="2103120" cy="2514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qr-cover" descr="C:\Users\User\Desktop\agent\final_project\report\assets\qr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822960"/>
            <a:ext cx="1737360" cy="1737360"/>
          </a:xfrm>
          <a:prstGeom prst="rect">
            <a:avLst/>
          </a:prstGeom>
        </p:spPr>
      </p:pic>
      <p:sp>
        <p:nvSpPr>
          <p:cNvPr id="7" name="qr-cover-cap"/>
          <p:cNvSpPr/>
          <p:nvPr/>
        </p:nvSpPr>
        <p:spPr>
          <a:xfrm>
            <a:off x="9555480" y="2587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F"/>
                </a:solidFill>
              </a:rPr>
              <a:t>掃描開啟網站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233F"/>
                </a:solidFill>
              </a:rPr>
              <a:t>fambudget-web.onrender.com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完整用一輪：六個步驟</a:t>
            </a:r>
            <a:endParaRPr lang="en-US" sz="3200" dirty="0"/>
          </a:p>
        </p:txBody>
      </p:sp>
      <p:sp>
        <p:nvSpPr>
          <p:cNvPr id="3" name="demo-landing-frame"/>
          <p:cNvSpPr/>
          <p:nvPr/>
        </p:nvSpPr>
        <p:spPr>
          <a:xfrm>
            <a:off x="466344" y="1289304"/>
            <a:ext cx="6199632" cy="3936492"/>
          </a:xfrm>
          <a:prstGeom prst="roundRect">
            <a:avLst>
              <a:gd name="adj" fmla="val 2787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demo-landing" descr="C:\Users\User\Desktop\agent\final_project\report\assets\demo\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3771900"/>
          </a:xfrm>
          <a:prstGeom prst="rect">
            <a:avLst/>
          </a:prstGeom>
        </p:spPr>
      </p:pic>
      <p:sp>
        <p:nvSpPr>
          <p:cNvPr id="5" name="flow-0-circle"/>
          <p:cNvSpPr/>
          <p:nvPr/>
        </p:nvSpPr>
        <p:spPr>
          <a:xfrm>
            <a:off x="6949440" y="132588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flow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332" y="1463772"/>
            <a:ext cx="254569" cy="25456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35240" y="12893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　開始使用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635240" y="1627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註冊、收驗證信、設定收入與存錢</a:t>
            </a:r>
            <a:endParaRPr lang="en-US" sz="1250" dirty="0"/>
          </a:p>
        </p:txBody>
      </p:sp>
      <p:sp>
        <p:nvSpPr>
          <p:cNvPr id="9" name="flow-1-circle"/>
          <p:cNvSpPr/>
          <p:nvPr/>
        </p:nvSpPr>
        <p:spPr>
          <a:xfrm>
            <a:off x="6949440" y="2112264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flow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332" y="2250156"/>
            <a:ext cx="254569" cy="25456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35240" y="20756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　記帳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7635240" y="24140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說一句話，AI 幫你拆成好幾筆</a:t>
            </a:r>
            <a:endParaRPr lang="en-US" sz="1250" dirty="0"/>
          </a:p>
        </p:txBody>
      </p:sp>
      <p:sp>
        <p:nvSpPr>
          <p:cNvPr id="13" name="flow-2-circle"/>
          <p:cNvSpPr/>
          <p:nvPr/>
        </p:nvSpPr>
        <p:spPr>
          <a:xfrm>
            <a:off x="6949440" y="289864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flow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332" y="3036540"/>
            <a:ext cx="254569" cy="254569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635240" y="28620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　活動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763524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旅行、聚餐各記各的，也能先規劃</a:t>
            </a:r>
            <a:endParaRPr lang="en-US" sz="1250" dirty="0"/>
          </a:p>
        </p:txBody>
      </p:sp>
      <p:sp>
        <p:nvSpPr>
          <p:cNvPr id="17" name="flow-3-circle"/>
          <p:cNvSpPr/>
          <p:nvPr/>
        </p:nvSpPr>
        <p:spPr>
          <a:xfrm>
            <a:off x="6949440" y="3685032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flow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332" y="3822924"/>
            <a:ext cx="254569" cy="254569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635240" y="36484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　家庭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7635240" y="3986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邀請家人、照看孩子，零用金自動記</a:t>
            </a:r>
            <a:endParaRPr lang="en-US" sz="1250" dirty="0"/>
          </a:p>
        </p:txBody>
      </p:sp>
      <p:sp>
        <p:nvSpPr>
          <p:cNvPr id="21" name="flow-4-circle"/>
          <p:cNvSpPr/>
          <p:nvPr/>
        </p:nvSpPr>
        <p:spPr>
          <a:xfrm>
            <a:off x="6949440" y="4471416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flow-4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7332" y="4609308"/>
            <a:ext cx="254569" cy="254569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63524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　回顧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7635240" y="47731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錢花在哪；AI 財務建議，數字都有出處</a:t>
            </a:r>
            <a:endParaRPr lang="en-US" sz="1250" dirty="0"/>
          </a:p>
        </p:txBody>
      </p:sp>
      <p:sp>
        <p:nvSpPr>
          <p:cNvPr id="25" name="flow-5-circle"/>
          <p:cNvSpPr/>
          <p:nvPr/>
        </p:nvSpPr>
        <p:spPr>
          <a:xfrm>
            <a:off x="6949440" y="525780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flow-5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7332" y="5395692"/>
            <a:ext cx="254569" cy="254569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635240" y="52212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　手機</a:t>
            </a:r>
            <a:endParaRPr lang="en-US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7635240" y="55595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同一套功能，手機上一樣好用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1／6・開始使用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開始使用：註冊後一步一步設定</a:t>
            </a:r>
            <a:endParaRPr lang="en-US" sz="3200" dirty="0"/>
          </a:p>
        </p:txBody>
      </p:sp>
      <p:sp>
        <p:nvSpPr>
          <p:cNvPr id="5" name="demo-register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register" descr="C:\Users\User\Desktop\agent\final_project\report\assets\demo\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setup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setup" descr="C:\Users\User\Desktop\agent\final_project\report\assets\demo\set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註冊只要名字、email、密碼；點了驗證信才開始用。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設定收入怎麼來、每個月想存多少；月薪設了入帳日，到了就自動記一筆。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1／6・開始使用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打開就知道：這個月還可以花多少</a:t>
            </a:r>
            <a:endParaRPr lang="en-US" sz="3200" dirty="0"/>
          </a:p>
        </p:txBody>
      </p:sp>
      <p:sp>
        <p:nvSpPr>
          <p:cNvPr id="5" name="demo-home-frame"/>
          <p:cNvSpPr/>
          <p:nvPr/>
        </p:nvSpPr>
        <p:spPr>
          <a:xfrm>
            <a:off x="466344" y="1243584"/>
            <a:ext cx="7845552" cy="4965192"/>
          </a:xfrm>
          <a:prstGeom prst="roundRect">
            <a:avLst>
              <a:gd name="adj" fmla="val 221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home" descr="C:\Users\User\Desktop\agent\final_project\report\assets\demo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680960" cy="4800600"/>
          </a:xfrm>
          <a:prstGeom prst="rect">
            <a:avLst/>
          </a:prstGeom>
        </p:spPr>
      </p:pic>
      <p:sp>
        <p:nvSpPr>
          <p:cNvPr id="7" name="demo-pt-0-circle"/>
          <p:cNvSpPr/>
          <p:nvPr/>
        </p:nvSpPr>
        <p:spPr>
          <a:xfrm>
            <a:off x="8549640" y="14538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demo-pt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492" y="1553748"/>
            <a:ext cx="184343" cy="184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052560" y="1417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收入 − 每月想存＝這個月可以花的</a:t>
            </a:r>
            <a:endParaRPr lang="en-US" sz="1500" dirty="0"/>
          </a:p>
        </p:txBody>
      </p:sp>
      <p:sp>
        <p:nvSpPr>
          <p:cNvPr id="10" name="demo-pt-1-circle"/>
          <p:cNvSpPr/>
          <p:nvPr/>
        </p:nvSpPr>
        <p:spPr>
          <a:xfrm>
            <a:off x="8549640" y="24780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demo-pt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492" y="2577876"/>
            <a:ext cx="184343" cy="18434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52560" y="244144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月薪已經自動記進來</a:t>
            </a:r>
            <a:endParaRPr lang="en-US" sz="1500" dirty="0"/>
          </a:p>
        </p:txBody>
      </p:sp>
      <p:sp>
        <p:nvSpPr>
          <p:cNvPr id="13" name="demo-pt-2-circle"/>
          <p:cNvSpPr/>
          <p:nvPr/>
        </p:nvSpPr>
        <p:spPr>
          <a:xfrm>
            <a:off x="8549640" y="350215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demo-pt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492" y="3602004"/>
            <a:ext cx="184343" cy="18434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052560" y="346557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常用功能一格一個入口</a:t>
            </a:r>
            <a:endParaRPr lang="en-US" sz="1500" dirty="0"/>
          </a:p>
        </p:txBody>
      </p:sp>
      <p:sp>
        <p:nvSpPr>
          <p:cNvPr id="16" name="demo-pt-3-circle"/>
          <p:cNvSpPr/>
          <p:nvPr/>
        </p:nvSpPr>
        <p:spPr>
          <a:xfrm>
            <a:off x="8549640" y="45262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demo-pt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9492" y="4626132"/>
            <a:ext cx="184343" cy="18434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052560" y="448970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第一次進來會問要不要導覽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一句話，記好幾筆</a:t>
            </a:r>
            <a:endParaRPr lang="en-US" sz="3200" dirty="0"/>
          </a:p>
        </p:txBody>
      </p:sp>
      <p:sp>
        <p:nvSpPr>
          <p:cNvPr id="5" name="demo-parse-frame"/>
          <p:cNvSpPr/>
          <p:nvPr/>
        </p:nvSpPr>
        <p:spPr>
          <a:xfrm>
            <a:off x="466344" y="1243584"/>
            <a:ext cx="7845552" cy="4965192"/>
          </a:xfrm>
          <a:prstGeom prst="roundRect">
            <a:avLst>
              <a:gd name="adj" fmla="val 221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parse" descr="C:\Users\User\Desktop\agent\final_project\report\assets\demo\pa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680960" cy="4800600"/>
          </a:xfrm>
          <a:prstGeom prst="rect">
            <a:avLst/>
          </a:prstGeom>
        </p:spPr>
      </p:pic>
      <p:sp>
        <p:nvSpPr>
          <p:cNvPr id="7" name="demo-pt-0-circle"/>
          <p:cNvSpPr/>
          <p:nvPr/>
        </p:nvSpPr>
        <p:spPr>
          <a:xfrm>
            <a:off x="8549640" y="14538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demo-pt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492" y="1553748"/>
            <a:ext cx="184343" cy="184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052560" y="1417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打一段平常講話的句子</a:t>
            </a:r>
            <a:endParaRPr lang="en-US" sz="1500" dirty="0"/>
          </a:p>
        </p:txBody>
      </p:sp>
      <p:sp>
        <p:nvSpPr>
          <p:cNvPr id="10" name="demo-pt-1-circle"/>
          <p:cNvSpPr/>
          <p:nvPr/>
        </p:nvSpPr>
        <p:spPr>
          <a:xfrm>
            <a:off x="8549640" y="24780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demo-pt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492" y="2577876"/>
            <a:ext cx="184343" cy="18434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52560" y="244144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拆成好幾筆，日期、金額、分類都填好</a:t>
            </a:r>
            <a:endParaRPr lang="en-US" sz="1500" dirty="0"/>
          </a:p>
        </p:txBody>
      </p:sp>
      <p:sp>
        <p:nvSpPr>
          <p:cNvPr id="13" name="demo-pt-2-circle"/>
          <p:cNvSpPr/>
          <p:nvPr/>
        </p:nvSpPr>
        <p:spPr>
          <a:xfrm>
            <a:off x="8549640" y="350215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demo-pt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492" y="3602004"/>
            <a:ext cx="184343" cy="18434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052560" y="346557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每一筆看過、可以改，按確認才寫入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 記帳：準、快，最後由你確認</a:t>
            </a:r>
            <a:endParaRPr lang="en-US" sz="3200" dirty="0"/>
          </a:p>
        </p:txBody>
      </p:sp>
      <p:sp>
        <p:nvSpPr>
          <p:cNvPr id="5" name="ai-big-0"/>
          <p:cNvSpPr/>
          <p:nvPr/>
        </p:nvSpPr>
        <p:spPr>
          <a:xfrm>
            <a:off x="548640" y="1371600"/>
            <a:ext cx="3520440" cy="20574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整題完全正確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同一份 101 題；只用規則是 63.4%</a:t>
            </a:r>
            <a:endParaRPr lang="en-US" sz="1300" dirty="0"/>
          </a:p>
        </p:txBody>
      </p:sp>
      <p:sp>
        <p:nvSpPr>
          <p:cNvPr id="9" name="ai-big-1"/>
          <p:cNvSpPr/>
          <p:nvPr/>
        </p:nvSpPr>
        <p:spPr>
          <a:xfrm>
            <a:off x="4297680" y="1371600"/>
            <a:ext cx="3520440" cy="20574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508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2.06 秒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一句話解析完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大部分在 5.16 秒內</a:t>
            </a:r>
            <a:endParaRPr lang="en-US" sz="1300" dirty="0"/>
          </a:p>
        </p:txBody>
      </p:sp>
      <p:sp>
        <p:nvSpPr>
          <p:cNvPr id="13" name="ai-big-2"/>
          <p:cNvSpPr/>
          <p:nvPr/>
        </p:nvSpPr>
        <p:spPr>
          <a:xfrm>
            <a:off x="8046720" y="1371600"/>
            <a:ext cx="3520440" cy="20574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508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沒講金額卻亂填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沒講的就留空，讓你自己補</a:t>
            </a:r>
            <a:endParaRPr lang="en-US" sz="1300" dirty="0"/>
          </a:p>
        </p:txBody>
      </p:sp>
      <p:sp>
        <p:nvSpPr>
          <p:cNvPr id="17" name="ai-how-0"/>
          <p:cNvSpPr/>
          <p:nvPr/>
        </p:nvSpPr>
        <p:spPr>
          <a:xfrm>
            <a:off x="548640" y="370332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8" name="ai-how-ic-0-circle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ai-how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4074566"/>
            <a:ext cx="263347" cy="26334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08760" y="39319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聽得懂口語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「昨天」「上禮拜三」、中文數字、店名都認得，一段話裡有幾筆就拆幾筆</a:t>
            </a:r>
            <a:endParaRPr lang="en-US" sz="1350" dirty="0"/>
          </a:p>
        </p:txBody>
      </p:sp>
      <p:sp>
        <p:nvSpPr>
          <p:cNvPr id="22" name="ai-how-1"/>
          <p:cNvSpPr/>
          <p:nvPr/>
        </p:nvSpPr>
        <p:spPr>
          <a:xfrm>
            <a:off x="4297680" y="370332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3" name="ai-how-ic-1-circle"/>
          <p:cNvSpPr/>
          <p:nvPr/>
        </p:nvSpPr>
        <p:spPr>
          <a:xfrm>
            <a:off x="457200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ai-how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4074566"/>
            <a:ext cx="263347" cy="263347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257800" y="39319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程式再對一次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AI 給的每一筆，程式逐筆對回原句；金額、日期對不上就不採用</a:t>
            </a:r>
            <a:endParaRPr lang="en-US" sz="1350" dirty="0"/>
          </a:p>
        </p:txBody>
      </p:sp>
      <p:sp>
        <p:nvSpPr>
          <p:cNvPr id="27" name="ai-how-2"/>
          <p:cNvSpPr/>
          <p:nvPr/>
        </p:nvSpPr>
        <p:spPr>
          <a:xfrm>
            <a:off x="8046720" y="370332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8" name="ai-how-ic-2-circle"/>
          <p:cNvSpPr/>
          <p:nvPr/>
        </p:nvSpPr>
        <p:spPr>
          <a:xfrm>
            <a:off x="832104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ai-how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4074566"/>
            <a:ext cx="263347" cy="263347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006840" y="39319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你說了算</a:t>
            </a:r>
            <a:endParaRPr lang="en-US" sz="1700" dirty="0"/>
          </a:p>
        </p:txBody>
      </p:sp>
      <p:sp>
        <p:nvSpPr>
          <p:cNvPr id="31" name="Text 26"/>
          <p:cNvSpPr txBox="1"/>
          <p:nvPr/>
        </p:nvSpPr>
        <p:spPr>
          <a:xfrm>
            <a:off x="832104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每一筆都能改，按確認才寫入；改過的都有記錄，之後拿來讓 AI 更準</a:t>
            </a:r>
            <a:endParaRPr lang="en-US" sz="1350" dirty="0"/>
          </a:p>
        </p:txBody>
      </p:sp>
      <p:sp>
        <p:nvSpPr>
          <p:cNvPr id="32" name="Text 27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測試題目由 AI 產生、句子比真人說話整齊，100% 不代表不會錯；所以每一筆最後都由你確認。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今天記了什麼，一眼看完</a:t>
            </a:r>
            <a:endParaRPr lang="en-US" sz="3200" dirty="0"/>
          </a:p>
        </p:txBody>
      </p:sp>
      <p:sp>
        <p:nvSpPr>
          <p:cNvPr id="5" name="demo-today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today" descr="C:\Users\User\Desktop\agent\final_project\report\assets\demo\to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danger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danger" descr="C:\Users\User\Desktop\agent\final_project\report\assets\demo\dan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總覽下方的面板：第一頁是今天的紀錄，格式跟明細一樣，可以直接改、刪。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刪除前要輸入自己的密碼，不會一不小心就刪掉。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3／6・活動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活動：旅行、聚餐各記各的</a:t>
            </a:r>
            <a:endParaRPr lang="en-US" sz="3200" dirty="0"/>
          </a:p>
        </p:txBody>
      </p:sp>
      <p:sp>
        <p:nvSpPr>
          <p:cNvPr id="5" name="demo-create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create" descr="C:\Users\User\Desktop\agent\final_project\report\assets\demo\cre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planned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planned" descr="C:\Users\User\Desktop\agent\final_project\report\assets\demo\plann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填名稱和一句說明；開始日預設今天，結束日選填。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開始日訂在以後就是「預先規劃」：到了那天才放進活動選單，並通知成員。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3／6・活動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活動總覽：一張卡看懂這個活動</a:t>
            </a:r>
            <a:endParaRPr lang="en-US" sz="3200" dirty="0"/>
          </a:p>
        </p:txBody>
      </p:sp>
      <p:sp>
        <p:nvSpPr>
          <p:cNvPr id="5" name="demo-settings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settings" descr="C:\Users\User\Desktop\agent\final_project\report\assets\demo\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activity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activity" descr="C:\Users\User\Desktop\agent\final_project\report\assets\demo\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設定建立後都能改、只有建立者能改；可以訂目標金額、邀請朋友。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說明、期間、成員、筆數、目標進度，一張卡看完。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4／6・家庭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家庭：邀請家人一起記</a:t>
            </a:r>
            <a:endParaRPr lang="en-US" sz="3200" dirty="0"/>
          </a:p>
        </p:txBody>
      </p:sp>
      <p:sp>
        <p:nvSpPr>
          <p:cNvPr id="5" name="demo-family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family" descr="C:\Users\User\Desktop\agent\final_project\report\assets\demo\fam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kid_invite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kid_invite" descr="C:\Users\User\Desktop\agent\final_project\report\assets\demo\kid_inv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用完整 email 找到人，選身分（子女／家長）再送出。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對方的總覽最上面就是邀請，按「加入」就進這個家庭。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4／6・家庭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零用金：到了發放日自動記帳</a:t>
            </a:r>
            <a:endParaRPr lang="en-US" sz="3200" dirty="0"/>
          </a:p>
        </p:txBody>
      </p:sp>
      <p:sp>
        <p:nvSpPr>
          <p:cNvPr id="5" name="demo-allowance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allowance" descr="C:\Users\User\Desktop\agent\final_project\report\assets\demo\allow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kid_bell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kid_bell" descr="C:\Users\User\Desktop\agent\final_project\report\assets\demo\kid_b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家長照看孩子，設定每月零用金和發放日。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孩子那邊自動多一筆收入，鈴鐺馬上通知。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5／6・回顧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回顧：錢花在哪</a:t>
            </a:r>
            <a:endParaRPr lang="en-US" sz="3200" dirty="0"/>
          </a:p>
        </p:txBody>
      </p:sp>
      <p:sp>
        <p:nvSpPr>
          <p:cNvPr id="5" name="demo-stats-frame"/>
          <p:cNvSpPr/>
          <p:nvPr/>
        </p:nvSpPr>
        <p:spPr>
          <a:xfrm>
            <a:off x="466344" y="1243584"/>
            <a:ext cx="7845552" cy="4965192"/>
          </a:xfrm>
          <a:prstGeom prst="roundRect">
            <a:avLst>
              <a:gd name="adj" fmla="val 221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stats" descr="C:\Users\User\Desktop\agent\final_project\report\assets\demo\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680960" cy="4800600"/>
          </a:xfrm>
          <a:prstGeom prst="rect">
            <a:avLst/>
          </a:prstGeom>
        </p:spPr>
      </p:pic>
      <p:sp>
        <p:nvSpPr>
          <p:cNvPr id="7" name="demo-pt-0-circle"/>
          <p:cNvSpPr/>
          <p:nvPr/>
        </p:nvSpPr>
        <p:spPr>
          <a:xfrm>
            <a:off x="8549640" y="14538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demo-pt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492" y="1553748"/>
            <a:ext cx="184343" cy="184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052560" y="1417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收支對照：按月、按年</a:t>
            </a:r>
            <a:endParaRPr lang="en-US" sz="1500" dirty="0"/>
          </a:p>
        </p:txBody>
      </p:sp>
      <p:sp>
        <p:nvSpPr>
          <p:cNvPr id="10" name="demo-pt-1-circle"/>
          <p:cNvSpPr/>
          <p:nvPr/>
        </p:nvSpPr>
        <p:spPr>
          <a:xfrm>
            <a:off x="8549640" y="24780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demo-pt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492" y="2577876"/>
            <a:ext cx="184343" cy="18434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52560" y="244144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近六個月的趨勢</a:t>
            </a:r>
            <a:endParaRPr lang="en-US" sz="1500" dirty="0"/>
          </a:p>
        </p:txBody>
      </p:sp>
      <p:sp>
        <p:nvSpPr>
          <p:cNvPr id="13" name="demo-pt-2-circle"/>
          <p:cNvSpPr/>
          <p:nvPr/>
        </p:nvSpPr>
        <p:spPr>
          <a:xfrm>
            <a:off x="8549640" y="350215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demo-pt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492" y="3602004"/>
            <a:ext cx="184343" cy="18434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052560" y="346557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錢花在哪：各分類比例</a:t>
            </a:r>
            <a:endParaRPr lang="en-US" sz="1500" dirty="0"/>
          </a:p>
        </p:txBody>
      </p:sp>
      <p:sp>
        <p:nvSpPr>
          <p:cNvPr id="16" name="demo-pt-3-circle"/>
          <p:cNvSpPr/>
          <p:nvPr/>
        </p:nvSpPr>
        <p:spPr>
          <a:xfrm>
            <a:off x="8549640" y="45262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demo-pt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9492" y="4626132"/>
            <a:ext cx="184343" cy="18434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052560" y="448970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數字跟總覽、明細同一個來源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5／6・回顧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 財務建議：每個數字都找得到出處</a:t>
            </a:r>
            <a:endParaRPr lang="en-US" sz="3200" dirty="0"/>
          </a:p>
        </p:txBody>
      </p:sp>
      <p:sp>
        <p:nvSpPr>
          <p:cNvPr id="5" name="demo-advice-frame"/>
          <p:cNvSpPr/>
          <p:nvPr/>
        </p:nvSpPr>
        <p:spPr>
          <a:xfrm>
            <a:off x="466344" y="1243584"/>
            <a:ext cx="7845552" cy="4965192"/>
          </a:xfrm>
          <a:prstGeom prst="roundRect">
            <a:avLst>
              <a:gd name="adj" fmla="val 221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advice" descr="C:\Users\User\Desktop\agent\final_project\report\assets\demo\ad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680960" cy="4800600"/>
          </a:xfrm>
          <a:prstGeom prst="rect">
            <a:avLst/>
          </a:prstGeom>
        </p:spPr>
      </p:pic>
      <p:sp>
        <p:nvSpPr>
          <p:cNvPr id="7" name="demo-pt-0-circle"/>
          <p:cNvSpPr/>
          <p:nvPr/>
        </p:nvSpPr>
        <p:spPr>
          <a:xfrm>
            <a:off x="8549640" y="14538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demo-pt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492" y="1553748"/>
            <a:ext cx="184343" cy="184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052560" y="1417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按一下，AI 依這個月的帳寫建議</a:t>
            </a:r>
            <a:endParaRPr lang="en-US" sz="1500" dirty="0"/>
          </a:p>
        </p:txBody>
      </p:sp>
      <p:sp>
        <p:nvSpPr>
          <p:cNvPr id="10" name="demo-pt-1-circle"/>
          <p:cNvSpPr/>
          <p:nvPr/>
        </p:nvSpPr>
        <p:spPr>
          <a:xfrm>
            <a:off x="8549640" y="24780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demo-pt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492" y="2577876"/>
            <a:ext cx="184343" cy="18434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52560" y="244144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數字由資料庫先算好，AI 只把它寫成好懂的句子</a:t>
            </a:r>
            <a:endParaRPr lang="en-US" sz="1500" dirty="0"/>
          </a:p>
        </p:txBody>
      </p:sp>
      <p:sp>
        <p:nvSpPr>
          <p:cNvPr id="13" name="demo-pt-2-circle"/>
          <p:cNvSpPr/>
          <p:nvPr/>
        </p:nvSpPr>
        <p:spPr>
          <a:xfrm>
            <a:off x="8549640" y="350215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demo-pt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492" y="3602004"/>
            <a:ext cx="184343" cy="18434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052560" y="346557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每個數字都附算式；檢查不過的那則不顯示</a:t>
            </a:r>
            <a:endParaRPr lang="en-US" sz="1500" dirty="0"/>
          </a:p>
        </p:txBody>
      </p:sp>
      <p:sp>
        <p:nvSpPr>
          <p:cNvPr id="16" name="demo-pt-3-circle"/>
          <p:cNvSpPr/>
          <p:nvPr/>
        </p:nvSpPr>
        <p:spPr>
          <a:xfrm>
            <a:off x="8549640" y="45262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demo-pt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9492" y="4626132"/>
            <a:ext cx="184343" cy="18434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052560" y="448970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不推薦投資、保險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6／6・手機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手機也能用</a:t>
            </a:r>
            <a:endParaRPr lang="en-US" sz="3200" dirty="0"/>
          </a:p>
        </p:txBody>
      </p:sp>
      <p:sp>
        <p:nvSpPr>
          <p:cNvPr id="5" name="demo-mobile-frame"/>
          <p:cNvSpPr/>
          <p:nvPr/>
        </p:nvSpPr>
        <p:spPr>
          <a:xfrm>
            <a:off x="740664" y="1243584"/>
            <a:ext cx="2404872" cy="5015545"/>
          </a:xfrm>
          <a:prstGeom prst="roundRect">
            <a:avLst>
              <a:gd name="adj" fmla="val 4563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mobile" descr="C:\Users\User\Desktop\agent\final_project\report\assets\demo\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2240280" cy="4850953"/>
          </a:xfrm>
          <a:prstGeom prst="rect">
            <a:avLst/>
          </a:prstGeom>
        </p:spPr>
      </p:pic>
      <p:sp>
        <p:nvSpPr>
          <p:cNvPr id="7" name="demo-mobile2-frame"/>
          <p:cNvSpPr/>
          <p:nvPr/>
        </p:nvSpPr>
        <p:spPr>
          <a:xfrm>
            <a:off x="3346704" y="1243584"/>
            <a:ext cx="2404872" cy="5015545"/>
          </a:xfrm>
          <a:prstGeom prst="roundRect">
            <a:avLst>
              <a:gd name="adj" fmla="val 4563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mobile2" descr="C:\Users\User\Desktop\agent\final_project\report\assets\demo\mobil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25880"/>
            <a:ext cx="2240280" cy="4850953"/>
          </a:xfrm>
          <a:prstGeom prst="rect">
            <a:avLst/>
          </a:prstGeom>
        </p:spPr>
      </p:pic>
      <p:sp>
        <p:nvSpPr>
          <p:cNvPr id="9" name="mob-pt-0-circle"/>
          <p:cNvSpPr/>
          <p:nvPr/>
        </p:nvSpPr>
        <p:spPr>
          <a:xfrm>
            <a:off x="6400800" y="177393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mob-pt-0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917" y="1888053"/>
            <a:ext cx="210678" cy="21067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995160" y="17373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底部分頁列：總覽、帳本、記一筆、狀況、建議</a:t>
            </a:r>
            <a:endParaRPr lang="en-US" sz="1700" dirty="0"/>
          </a:p>
        </p:txBody>
      </p:sp>
      <p:sp>
        <p:nvSpPr>
          <p:cNvPr id="12" name="mob-pt-1-circle"/>
          <p:cNvSpPr/>
          <p:nvPr/>
        </p:nvSpPr>
        <p:spPr>
          <a:xfrm>
            <a:off x="6400800" y="296265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mob-pt-1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917" y="3076773"/>
            <a:ext cx="210678" cy="21067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95160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總覽、面板、表格都照手機寬度重排</a:t>
            </a:r>
            <a:endParaRPr lang="en-US" sz="1700" dirty="0"/>
          </a:p>
        </p:txBody>
      </p:sp>
      <p:sp>
        <p:nvSpPr>
          <p:cNvPr id="15" name="mob-pt-2-circle"/>
          <p:cNvSpPr/>
          <p:nvPr/>
        </p:nvSpPr>
        <p:spPr>
          <a:xfrm>
            <a:off x="6400800" y="415137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mob-pt-2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917" y="4265493"/>
            <a:ext cx="210678" cy="21067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995160" y="4114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從註冊到零用金，整輪在手機上都做得到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謝謝觀看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Q &amp; A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完整操作影片：家庭記帳_完整流程.mp4（約 6 分鐘）　｜　fambudget-web.onrender.com</a:t>
            </a:r>
            <a:endParaRPr lang="en-US" sz="1600" dirty="0"/>
          </a:p>
        </p:txBody>
      </p:sp>
      <p:sp>
        <p:nvSpPr>
          <p:cNvPr id="5" name="qr-end-card"/>
          <p:cNvSpPr/>
          <p:nvPr/>
        </p:nvSpPr>
        <p:spPr>
          <a:xfrm>
            <a:off x="9464040" y="685800"/>
            <a:ext cx="2103120" cy="2514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qr-end" descr="C:\Users\User\Desktop\agent\final_project\report\assets\qr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822960"/>
            <a:ext cx="1737360" cy="1737360"/>
          </a:xfrm>
          <a:prstGeom prst="rect">
            <a:avLst/>
          </a:prstGeom>
        </p:spPr>
      </p:pic>
      <p:sp>
        <p:nvSpPr>
          <p:cNvPr id="7" name="qr-end-cap"/>
          <p:cNvSpPr/>
          <p:nvPr/>
        </p:nvSpPr>
        <p:spPr>
          <a:xfrm>
            <a:off x="9555480" y="2587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F"/>
                </a:solidFill>
              </a:rPr>
              <a:t>掃描開啟網站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233F"/>
                </a:solidFill>
              </a:rPr>
              <a:t>fambudget-web.onrender.com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mBudget">
  <a:themeElements>
    <a:clrScheme name="FamBudget">
      <a:dk1>
        <a:srgbClr val="16233F"/>
      </a:dk1>
      <a:lt1>
        <a:srgbClr val="FFFFFF"/>
      </a:lt1>
      <a:dk2>
        <a:srgbClr val="0B2A5B"/>
      </a:dk2>
      <a:lt2>
        <a:srgbClr val="EEF3FA"/>
      </a:lt2>
      <a:accent1>
        <a:srgbClr val="1F5FBF"/>
      </a:accent1>
      <a:accent2>
        <a:srgbClr val="13A07A"/>
      </a:accent2>
      <a:accent3>
        <a:srgbClr val="E8663D"/>
      </a:accent3>
      <a:accent4>
        <a:srgbClr val="F2B33D"/>
      </a:accent4>
      <a:accent5>
        <a:srgbClr val="6B7A99"/>
      </a:accent5>
      <a:accent6>
        <a:srgbClr val="9DBDF0"/>
      </a:accent6>
      <a:hlink>
        <a:srgbClr val="1F5FBF"/>
      </a:hlink>
      <a:folHlink>
        <a:srgbClr val="6B7A99"/>
      </a:folHlink>
    </a:clrScheme>
    <a:fontScheme name="FamBudget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家庭記帳 FamBudget 期末報告</dc:title>
  <dc:subject>PptxGenJS Presentation</dc:subject>
  <dc:creator>冠文、宇傑、明樺、囷洧</dc:creator>
  <cp:lastModifiedBy>冠文、宇傑、明樺、囷洧</cp:lastModifiedBy>
  <cp:revision>1</cp:revision>
  <dcterms:created xsi:type="dcterms:W3CDTF">2026-10-27T15:40:49Z</dcterms:created>
  <dcterms:modified xsi:type="dcterms:W3CDTF">2026-10-27T15:40:49Z</dcterms:modified>
</cp:coreProperties>
</file>