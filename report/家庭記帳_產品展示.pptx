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c2194ee3-9e77-9019-645b-34a6db8aceb3}">
          <p14:sldIdLst>
            <p14:sldId id="256"/>
            <p14:sldId id="257"/>
          </p14:sldIdLst>
        </p14:section>
        <p14:section name="開始使用" id="{c9458783-6858-7688-aa55-4e792ff942c3}">
          <p14:sldIdLst>
            <p14:sldId id="258"/>
            <p14:sldId id="259"/>
          </p14:sldIdLst>
        </p14:section>
        <p14:section name="記帳" id="{208bc578-4927-9063-3dd9-b0fe1a0d9cbe}">
          <p14:sldIdLst>
            <p14:sldId id="260"/>
            <p14:sldId id="261"/>
          </p14:sldIdLst>
        </p14:section>
        <p14:section name="活動" id="{b7cf8215-f1b5-d84a-8435-9cfae107db0f}">
          <p14:sldIdLst>
            <p14:sldId id="262"/>
            <p14:sldId id="263"/>
          </p14:sldIdLst>
        </p14:section>
        <p14:section name="家庭" id="{ef966eef-e14b-728e-c5d8-216ecce2e12a}">
          <p14:sldIdLst>
            <p14:sldId id="264"/>
            <p14:sldId id="265"/>
          </p14:sldIdLst>
        </p14:section>
        <p14:section name="回顧" id="{1d6931e3-3491-a69e-b5d9-354bbf25d102}">
          <p14:sldIdLst>
            <p14:sldId id="266"/>
          </p14:sldIdLst>
        </p14:section>
        <p14:section name="手機" id="{d00037d7-e679-72be-145b-df6e13ffb409}">
          <p14:sldIdLst>
            <p14:sldId id="267"/>
          </p14:sldIdLst>
        </p14:section>
        <p14:section name="結語" id="{195aaf23-600d-a0be-de83-019731815fb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大家好，我們是家庭記帳 FamBudget。今天不講程式，直接帶大家從一個空帳號開始，把這個產品完整用一輪。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這是還沒登入時看到的首頁。接下來照這六個步驟走：開始使用、記帳、活動、家庭、回顧，最後看手機版。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註冊只要名字、email 和密碼，點了驗證信就直接登入。接著一步一步設定：收入怎麼來、每個月想存多少。月薪設了入帳日，到了那天會自動記一筆收入。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設定好之後的總覽。最大的數字是這個月還可以花多少：收入減掉每月想存的。月薪已經自動記進來了。右邊是常用功能。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記帳最麻煩的是一筆一筆填。這裡直接打一段平常講話的句子，例如「早餐蛋餅 45，捷運 30，午餐便當 95」，系統拆成好幾筆、欄位都填好，看過沒問題再按確認寫入。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記完回到總覽，下方的面板第一頁就是今天的紀錄，格式跟明細一樣，可以直接修改或刪除。刪除要輸入自己的密碼，避免誤刪。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活動是個人底下的小帳本，旅行、聚餐都可以開一個。填名稱和一句說明就好。開始日可以訂在以後，這樣會先放在預先規劃，到了那天才放進活動選單，並通知每位成員。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點開活動可以改設定，但只有建立者能改，避免大家各改各的。可以訂一個目標金額、邀請朋友加入。切到活動之後，總覽的主卡就是這個活動的說明、期間、成員、筆數和目標進度。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接著建立家庭、邀請家人。用完整的 email 找到人，選好身分再送出。換成孩子的帳號，總覽最上面就是邀請，按加入就進來了。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家長按開始照看之後，可以設定每月零用金和發放日。到了發放日，系統自動記一對帳：家長一筆支出、孩子一筆收入，孩子的鈴鐺也馬上收到通知。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最後是回顧。統計看收支對照和錢花在哪；財務建議會根據這個月的數字給建議，而且每一個數字都附上算式，找得到出處。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同一套功能在手機上也能用：底部是分頁列，總覽和表格都照手機寬度重新排過。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以上是完整用一輪的過程，完整的操作影片大約六分鐘。謝謝大家，歡迎提問。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產品展示：從一個空帳號開始，完整用一輪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完整用一輪：六個步驟</a:t>
            </a:r>
            <a:endParaRPr lang="en-US" sz="3200" dirty="0"/>
          </a:p>
        </p:txBody>
      </p:sp>
      <p:sp>
        <p:nvSpPr>
          <p:cNvPr id="3" name="demo-landing-frame"/>
          <p:cNvSpPr/>
          <p:nvPr/>
        </p:nvSpPr>
        <p:spPr>
          <a:xfrm>
            <a:off x="466344" y="1289304"/>
            <a:ext cx="6199632" cy="3936492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demo-landing" descr="C:\Users\User\Desktop\agent\final_project\report\assets\demo\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771900"/>
          </a:xfrm>
          <a:prstGeom prst="rect">
            <a:avLst/>
          </a:prstGeom>
        </p:spPr>
      </p:pic>
      <p:sp>
        <p:nvSpPr>
          <p:cNvPr id="5" name="flow-0-circle"/>
          <p:cNvSpPr/>
          <p:nvPr/>
        </p:nvSpPr>
        <p:spPr>
          <a:xfrm>
            <a:off x="6949440" y="132588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flow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32" y="1463772"/>
            <a:ext cx="254569" cy="2545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35240" y="12893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　開始使用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63524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註冊、收驗證信、設定收入與存錢</a:t>
            </a:r>
            <a:endParaRPr lang="en-US" sz="1250" dirty="0"/>
          </a:p>
        </p:txBody>
      </p:sp>
      <p:sp>
        <p:nvSpPr>
          <p:cNvPr id="9" name="flow-1-circle"/>
          <p:cNvSpPr/>
          <p:nvPr/>
        </p:nvSpPr>
        <p:spPr>
          <a:xfrm>
            <a:off x="6949440" y="2112264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low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332" y="2250156"/>
            <a:ext cx="254569" cy="25456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35240" y="20756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　記帳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635240" y="24140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一句話記好幾筆，今天記了什麼一眼看完</a:t>
            </a:r>
            <a:endParaRPr lang="en-US" sz="1250" dirty="0"/>
          </a:p>
        </p:txBody>
      </p:sp>
      <p:sp>
        <p:nvSpPr>
          <p:cNvPr id="13" name="flow-2-circle"/>
          <p:cNvSpPr/>
          <p:nvPr/>
        </p:nvSpPr>
        <p:spPr>
          <a:xfrm>
            <a:off x="6949440" y="289864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flow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332" y="3036540"/>
            <a:ext cx="254569" cy="25456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35240" y="28620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　活動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7635240" y="3200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旅行、聚餐各記各的，也能先規劃</a:t>
            </a:r>
            <a:endParaRPr lang="en-US" sz="1250" dirty="0"/>
          </a:p>
        </p:txBody>
      </p:sp>
      <p:sp>
        <p:nvSpPr>
          <p:cNvPr id="17" name="flow-3-circle"/>
          <p:cNvSpPr/>
          <p:nvPr/>
        </p:nvSpPr>
        <p:spPr>
          <a:xfrm>
            <a:off x="6949440" y="36850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flow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332" y="3822924"/>
            <a:ext cx="254569" cy="25456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635240" y="36484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　家庭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635240" y="39867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邀請家人、照看孩子，零用金自動記</a:t>
            </a:r>
            <a:endParaRPr lang="en-US" sz="1250" dirty="0"/>
          </a:p>
        </p:txBody>
      </p:sp>
      <p:sp>
        <p:nvSpPr>
          <p:cNvPr id="21" name="flow-4-circle"/>
          <p:cNvSpPr/>
          <p:nvPr/>
        </p:nvSpPr>
        <p:spPr>
          <a:xfrm>
            <a:off x="6949440" y="4471416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flow-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7332" y="4609308"/>
            <a:ext cx="254569" cy="254569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635240" y="4434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　回顧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7635240" y="4773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錢花在哪、下個月怎麼做</a:t>
            </a:r>
            <a:endParaRPr lang="en-US" sz="1250" dirty="0"/>
          </a:p>
        </p:txBody>
      </p:sp>
      <p:sp>
        <p:nvSpPr>
          <p:cNvPr id="25" name="flow-5-circle"/>
          <p:cNvSpPr/>
          <p:nvPr/>
        </p:nvSpPr>
        <p:spPr>
          <a:xfrm>
            <a:off x="6949440" y="525780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flow-5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7332" y="5395692"/>
            <a:ext cx="254569" cy="254569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635240" y="52212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　手機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7635240" y="5559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同一套功能，手機上一樣好用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開始使用：註冊後一步一步設定</a:t>
            </a:r>
            <a:endParaRPr lang="en-US" sz="3200" dirty="0"/>
          </a:p>
        </p:txBody>
      </p:sp>
      <p:sp>
        <p:nvSpPr>
          <p:cNvPr id="5" name="demo-register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register" descr="C:\Users\User\Desktop\agent\final_project\report\assets\demo\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setup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setup" descr="C:\Users\User\Desktop\agent\final_project\report\assets\demo\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註冊只要名字、email、密碼；點了驗證信才開始用。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設定收入怎麼來、每個月想存多少；月薪設了入帳日，到了就自動記一筆。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打開就知道：這個月還可以花多少</a:t>
            </a:r>
            <a:endParaRPr lang="en-US" sz="3200" dirty="0"/>
          </a:p>
        </p:txBody>
      </p:sp>
      <p:sp>
        <p:nvSpPr>
          <p:cNvPr id="5" name="demo-home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home" descr="C:\Users\User\Desktop\agent\final_project\report\assets\demo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收入 − 每月想存＝這個月可以花的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月薪已經自動記進來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常用功能一格一個入口</a:t>
            </a:r>
            <a:endParaRPr lang="en-US" sz="1500" dirty="0"/>
          </a:p>
        </p:txBody>
      </p:sp>
      <p:sp>
        <p:nvSpPr>
          <p:cNvPr id="16" name="demo-pt-3-circle"/>
          <p:cNvSpPr/>
          <p:nvPr/>
        </p:nvSpPr>
        <p:spPr>
          <a:xfrm>
            <a:off x="8549640" y="4526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demo-pt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92" y="4626132"/>
            <a:ext cx="184343" cy="184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52560" y="448970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第一次進來會問要不要導覽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一句話，記好幾筆</a:t>
            </a:r>
            <a:endParaRPr lang="en-US" sz="3200" dirty="0"/>
          </a:p>
        </p:txBody>
      </p:sp>
      <p:sp>
        <p:nvSpPr>
          <p:cNvPr id="5" name="demo-parse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parse" descr="C:\Users\User\Desktop\agent\final_project\report\assets\demo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打一段平常講話的句子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自動拆成好幾筆，日期、金額、分類都填好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每一筆看過、可以改，按確認才寫入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549640" y="54406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本機示範沒有接 AI 模型，畫面上方會提示「AI 暫時沒有回應」；正式站由 AI 處理。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今天記了什麼，一眼看完</a:t>
            </a:r>
            <a:endParaRPr lang="en-US" sz="3200" dirty="0"/>
          </a:p>
        </p:txBody>
      </p:sp>
      <p:sp>
        <p:nvSpPr>
          <p:cNvPr id="5" name="demo-toda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today" descr="C:\Users\User\Desktop\agent\final_project\report\assets\demo\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danger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danger" descr="C:\Users\User\Desktop\agent\final_project\report\assets\demo\da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總覽下方的面板：第一頁是今天的紀錄，格式跟明細一樣，可以直接改、刪。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刪除前要輸入自己的密碼，不會一不小心就刪掉。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活動：旅行、聚餐各記各的</a:t>
            </a:r>
            <a:endParaRPr lang="en-US" sz="3200" dirty="0"/>
          </a:p>
        </p:txBody>
      </p:sp>
      <p:sp>
        <p:nvSpPr>
          <p:cNvPr id="5" name="demo-creat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create" descr="C:\Users\User\Desktop\agent\final_project\report\assets\demo\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planned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planned" descr="C:\Users\User\Desktop\agent\final_project\report\assets\demo\plan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填名稱和一句說明；開始日預設今天，結束日選填。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開始日訂在以後就是「預先規劃」：到了那天才放進活動選單，並通知成員。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活動總覽：一張卡看懂這個活動</a:t>
            </a:r>
            <a:endParaRPr lang="en-US" sz="3200" dirty="0"/>
          </a:p>
        </p:txBody>
      </p:sp>
      <p:sp>
        <p:nvSpPr>
          <p:cNvPr id="5" name="demo-settings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settings" descr="C:\Users\User\Desktop\agent\final_project\report\assets\demo\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activity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activity" descr="C:\Users\User\Desktop\agent\final_project\report\assets\demo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設定建立後都能改、只有建立者能改；可以訂目標金額、邀請朋友。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說明、期間、成員、筆數、目標進度，一張卡看完。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家庭：邀請家人一起記</a:t>
            </a:r>
            <a:endParaRPr lang="en-US" sz="3200" dirty="0"/>
          </a:p>
        </p:txBody>
      </p:sp>
      <p:sp>
        <p:nvSpPr>
          <p:cNvPr id="5" name="demo-famil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family" descr="C:\Users\User\Desktop\agent\final_project\report\assets\demo\fam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invite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kid_invite" descr="C:\Users\User\Desktop\agent\final_project\report\assets\demo\kid_inv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用完整 email 找到人，選身分（子女／家長）再送出。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對方的總覽最上面就是邀請，按「加入」就進這個家庭。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零用金：到了發放日自動記帳</a:t>
            </a:r>
            <a:endParaRPr lang="en-US" sz="3200" dirty="0"/>
          </a:p>
        </p:txBody>
      </p:sp>
      <p:sp>
        <p:nvSpPr>
          <p:cNvPr id="5" name="demo-allowanc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allowance" descr="C:\Users\User\Desktop\agent\final_project\report\assets\demo\allow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bell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kid_bell" descr="C:\Users\User\Desktop\agent\final_project\report\assets\demo\kid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家長照看孩子，設定每月零用金和發放日。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孩子那邊自動多一筆收入，鈴鐺馬上通知。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回顧：錢花在哪、接下來怎麼做</a:t>
            </a:r>
            <a:endParaRPr lang="en-US" sz="3200" dirty="0"/>
          </a:p>
        </p:txBody>
      </p:sp>
      <p:sp>
        <p:nvSpPr>
          <p:cNvPr id="5" name="demo-stats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stats" descr="C:\Users\User\Desktop\agent\final_project\report\assets\demo\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advice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advice" descr="C:\Users\User\Desktop\agent\final_project\report\assets\demo\ad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收支對照、近六個月的趨勢、錢花在哪。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財務建議：每一個數字都附算式，找得到出處。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本機示範沒有接 AI 模型，畫面上方會提示「AI 暫時沒有回應」；正式站由 AI 處理。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6／6・手機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手機也能用</a:t>
            </a:r>
            <a:endParaRPr lang="en-US" sz="3200" dirty="0"/>
          </a:p>
        </p:txBody>
      </p:sp>
      <p:sp>
        <p:nvSpPr>
          <p:cNvPr id="5" name="demo-mobile-frame"/>
          <p:cNvSpPr/>
          <p:nvPr/>
        </p:nvSpPr>
        <p:spPr>
          <a:xfrm>
            <a:off x="74066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mobile" descr="C:\Users\User\Desktop\agent\final_project\report\assets\demo\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2240280" cy="4850953"/>
          </a:xfrm>
          <a:prstGeom prst="rect">
            <a:avLst/>
          </a:prstGeom>
        </p:spPr>
      </p:pic>
      <p:sp>
        <p:nvSpPr>
          <p:cNvPr id="7" name="demo-mobile2-frame"/>
          <p:cNvSpPr/>
          <p:nvPr/>
        </p:nvSpPr>
        <p:spPr>
          <a:xfrm>
            <a:off x="334670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mobile2" descr="C:\Users\User\Desktop\agent\final_project\report\assets\demo\mobi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25880"/>
            <a:ext cx="2240280" cy="4850953"/>
          </a:xfrm>
          <a:prstGeom prst="rect">
            <a:avLst/>
          </a:prstGeom>
        </p:spPr>
      </p:pic>
      <p:sp>
        <p:nvSpPr>
          <p:cNvPr id="9" name="mob-pt-0-circle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mob-pt-0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917" y="1888053"/>
            <a:ext cx="210678" cy="21067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17373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底部分頁列：總覽、帳本、記一筆、狀況、建議</a:t>
            </a:r>
            <a:endParaRPr lang="en-US" sz="1700" dirty="0"/>
          </a:p>
        </p:txBody>
      </p:sp>
      <p:sp>
        <p:nvSpPr>
          <p:cNvPr id="12" name="mob-pt-1-circle"/>
          <p:cNvSpPr/>
          <p:nvPr/>
        </p:nvSpPr>
        <p:spPr>
          <a:xfrm>
            <a:off x="6400800" y="296265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mob-pt-1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917" y="3076773"/>
            <a:ext cx="210678" cy="21067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總覽、面板、表格都照手機寬度重排</a:t>
            </a:r>
            <a:endParaRPr lang="en-US" sz="1700" dirty="0"/>
          </a:p>
        </p:txBody>
      </p:sp>
      <p:sp>
        <p:nvSpPr>
          <p:cNvPr id="15" name="mob-pt-2-circle"/>
          <p:cNvSpPr/>
          <p:nvPr/>
        </p:nvSpPr>
        <p:spPr>
          <a:xfrm>
            <a:off x="6400800" y="415137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mob-pt-2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4917" y="4265493"/>
            <a:ext cx="210678" cy="21067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95160" y="4114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從註冊到零用金，整輪在手機上都做得到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謝謝觀看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完整操作影片：家庭記帳_完整流程.mp4（約 6 分鐘）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2026-10-27T15:00:16Z</dcterms:created>
  <dcterms:modified xsi:type="dcterms:W3CDTF">2026-10-27T15:00:16Z</dcterms:modified>
</cp:coreProperties>
</file>